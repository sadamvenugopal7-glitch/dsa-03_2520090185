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  <a:br>
              <a:rPr lang="en-IN" dirty="0"/>
            </a:br>
            <a:r>
              <a:rPr lang="en-IN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— 3 (25CS2103E)</a:t>
            </a:r>
            <a:br>
              <a:rPr lang="en-IN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2952"/>
            <a:ext cx="6583680" cy="1531357"/>
          </a:xfrm>
        </p:spPr>
        <p:txBody>
          <a:bodyPr/>
          <a:lstStyle/>
          <a:p>
            <a:r>
              <a:rPr lang="en-IN" sz="2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Team:-</a:t>
            </a:r>
            <a:br>
              <a:rPr lang="en-IN" sz="2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Yaswanth H (2520090095)</a:t>
            </a:r>
            <a:br>
              <a:rPr lang="en-IN" sz="2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Venu Gopal (2520090185)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503692"/>
            <a:ext cx="6583680" cy="3207344"/>
          </a:xfrm>
        </p:spPr>
        <p:txBody>
          <a:bodyPr/>
          <a:lstStyle/>
          <a:p>
            <a:pPr lvl="0"/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Chandusha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Kanda</a:t>
            </a:r>
          </a:p>
          <a:p>
            <a:pPr lvl="0"/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 University, Hyderabad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36793C8-CBF3-B6CD-083E-62F3DADA5451}"/>
              </a:ext>
            </a:extLst>
          </p:cNvPr>
          <p:cNvSpPr txBox="1"/>
          <p:nvPr/>
        </p:nvSpPr>
        <p:spPr>
          <a:xfrm>
            <a:off x="1838632" y="1514168"/>
            <a:ext cx="799362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Abstract:-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Recommendation Engine project presents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provides personalized recommendations to users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preferences, ratings, and interactions with different items.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application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(DSA)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efficiently manage and process recommendation data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051" y="2776363"/>
            <a:ext cx="9645445" cy="2233233"/>
          </a:xfrm>
        </p:spPr>
        <p:txBody>
          <a:bodyPr>
            <a:norm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store user information and item details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HashMap — manage preferences and recommendation scores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HashSet — track unique items and user interactions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— rank recommendations by relevance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0CA138-F340-ABA6-56F6-F30C96D7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Used:-</a:t>
            </a:r>
            <a:b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Applied:-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Searching algorithms — identify suitable items for users</a:t>
            </a:r>
          </a:p>
          <a:p>
            <a:pPr lvl="0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 — rank items by relevance</a:t>
            </a:r>
          </a:p>
          <a:p>
            <a:pPr lvl="0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calculation — match user preferences with items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5"/>
            <a:ext cx="7043617" cy="1548274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56652" y="2902364"/>
            <a:ext cx="7043618" cy="223323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Recommendation Engine combines Java programming with DSA concepts to develop a practical, personalized, and efficient real-world application.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 preferences and ranks available items according to their relevance, generating the most appropriate recommendations.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5" y="1445827"/>
            <a:ext cx="3283119" cy="1222385"/>
          </a:xfrm>
        </p:spPr>
        <p:txBody>
          <a:bodyPr/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b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Requirements:-</a:t>
            </a:r>
            <a:br>
              <a:rPr lang="en-IN" sz="4400" dirty="0"/>
            </a:b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Development Kit (JDK) 8 or higher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IDE: Eclipse or IntelliJ IDEA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tool: Maven or Gradle</a:t>
            </a:r>
          </a:p>
          <a:p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12631" y="2303028"/>
            <a:ext cx="3284951" cy="3720337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or equivalent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RAM: 4GB minimum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Storage: 500MB free disk space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430CC-6689-814B-02EF-E73D5B0CAA82}"/>
              </a:ext>
            </a:extLst>
          </p:cNvPr>
          <p:cNvSpPr txBox="1"/>
          <p:nvPr/>
        </p:nvSpPr>
        <p:spPr>
          <a:xfrm>
            <a:off x="4385187" y="1162283"/>
            <a:ext cx="3588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HARDWARE</a:t>
            </a:r>
          </a:p>
          <a:p>
            <a:r>
              <a:rPr lang="en-IN" sz="2400" b="1" dirty="0"/>
              <a:t> REQUIREMENTS:-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8780206" cy="1138710"/>
          </a:xfrm>
        </p:spPr>
        <p:txBody>
          <a:bodyPr/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&amp; Methodology:-</a:t>
            </a:r>
            <a:br>
              <a:rPr lang="en-IN" dirty="0"/>
            </a:b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7266039" cy="4143375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techniques for recommendation systems</a:t>
            </a:r>
          </a:p>
          <a:p>
            <a:pPr lvl="0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 approaches</a:t>
            </a:r>
          </a:p>
          <a:p>
            <a:pPr lvl="0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recommendation models</a:t>
            </a:r>
          </a:p>
          <a:p>
            <a:pPr lvl="0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 using efficient data structures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{00AE10C9-AA96-4816-9E4D-B0FA767E16C8}TF8a9b5915-b8c7-461e-8cdd-693d48b5e32371f7b7e2_win32-4bf0b9a2ea37</Template>
  <TotalTime>34</TotalTime>
  <Words>270</Words>
  <Application>Microsoft Office PowerPoint</Application>
  <PresentationFormat>Widescreen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Recommendation Engine Data Structures and Algorithms — 3 (25CS2103E) </vt:lpstr>
      <vt:lpstr>Project Team:- Yaswanth H (2520090095) Venu Gopal (2520090185) </vt:lpstr>
      <vt:lpstr>PowerPoint Presentation</vt:lpstr>
      <vt:lpstr>Data Structures Used:-  </vt:lpstr>
      <vt:lpstr>Algorithms Applied:-</vt:lpstr>
      <vt:lpstr>Introduction:-</vt:lpstr>
      <vt:lpstr>Software  Requirements:- </vt:lpstr>
      <vt:lpstr>Literature Survey &amp; Methodology:-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VENU GOPAL</dc:creator>
  <cp:lastModifiedBy>VENU GOPAL</cp:lastModifiedBy>
  <cp:revision>1</cp:revision>
  <dcterms:created xsi:type="dcterms:W3CDTF">2026-08-20T08:23:30Z</dcterms:created>
  <dcterms:modified xsi:type="dcterms:W3CDTF">2026-08-20T08:57:45Z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